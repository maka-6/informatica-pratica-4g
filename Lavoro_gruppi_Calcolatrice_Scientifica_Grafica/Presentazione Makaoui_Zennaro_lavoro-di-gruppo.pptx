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D918E7-1060-4598-8D66-2C1F63FEF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FB308E-826F-DD3A-A4CF-CBF10D54D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F66588-FE86-56D7-7F3D-ABB15F93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F12818-3E63-915E-DE37-EFE7DA41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D52E2C-7B69-7CCD-3485-85847B82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7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104724-CE62-DC28-6778-91E6EAD8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6BEC0-10BF-5F41-360A-D62B6A473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36BED7-09E2-EFE1-75B3-59310F643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A3224-7FA1-C48F-449B-45F0B409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5E14D2-4BD1-B1AF-0527-47CC9AB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367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A3894B-5D33-78B8-5660-7C1BF4E8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7A81AB-951A-7675-63E5-C63056B4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59241D-1965-A9F0-9A4F-F1297EC5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1FA518-D659-32ED-CCA1-6963ADC1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04A1B6-3F3C-ADB4-CDD5-70CD5951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04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32881-90FC-DB98-6BCE-F722006A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55BF76-01CE-A751-167D-17D0CDFB6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EBD5A37-2950-57F8-C3F0-B176E8424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B564BB-57B8-1874-C9BD-A3B1914B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8A773D3-9160-2603-5652-5FE4B259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45600B-9205-2949-C774-B7A7818F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237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EE3CA8-14B8-5AD3-4419-3BF2E719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14B885-760B-252C-0E56-4EA381EC4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004037B-6D94-71C9-C0A8-14B7CC8E6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A6FDBA9-9285-C7F3-9AB2-669228494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C08A214-15BB-D60E-5290-06786925A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0B8D01E-BFE6-AB33-81FF-18CEE5A0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0EA9FB5-892C-6A46-2C8F-6FC07608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D8D219B-EE50-ABC5-0E5F-48A14870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409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786B24-A0C9-512E-B337-22E858F6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927CEB7-3408-6303-BC71-A684AF16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CD8FD5-369F-4C1C-6AF1-EA671F35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3AB1C07-916C-4E52-72BA-4A310A32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11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6B8336E-E620-1547-D8B2-137F782F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95AC0D5-8F03-CF0E-720B-9020A2391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BECF7B-BF24-C02B-6BF5-36559D18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280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7A666E-EAA5-5BCE-31B4-D7994BB8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876FC2-459B-3171-7D5A-149B17771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E8D6EF-435B-9BC8-465A-B7B792873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E720627-499A-AFA1-21A4-426C8FDF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94D91B-5D37-2602-0413-BD1B4708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06B57F-ADB5-A04C-7AD2-1FD9BAC1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01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0EDDDE-35FE-E450-FB8C-DA50150E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D2997F-6EDC-B9F2-9FA6-B0F9A4CC6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9335237-F243-CDB5-1E74-C18ED5816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EB0C08C-9087-E11D-8FA8-21B87A04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F00BBC4-8145-BCA1-2AD1-60C65315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7B69564-D2DE-9A1A-454B-BCF3C93D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605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B113BF-1F58-CF04-0598-DEAF598F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EEDFF3-DE54-FAC5-9DA1-71F96A2A9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9660EA-F39F-D34F-017A-9947AF8E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6304E4-8455-A291-BDC6-B2E1ED00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A051D8-F92F-1808-145C-BFE97629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778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D3353F0-072E-BDC8-7E1E-A846A9196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DD59896-5CE5-2A2F-9497-A37064FC9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F396C3-733B-A89F-566A-598909E2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22743D-EA72-7ECD-54A7-22E83CEF6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40D714-33F8-DF16-078C-DFB3C777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822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58263A8-008C-E3F8-ED92-228CDABD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2AC60F-5457-A6C4-CD7C-9AAEAFE9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236704-99BF-8BEE-C1A0-EBF845D36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B3942-E9D1-42F9-879B-4397E2795B21}" type="datetimeFigureOut">
              <a:rPr lang="it-IT" smtClean="0"/>
              <a:t>19/05/2025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FA83BE-2AA1-6884-BF0C-32885C1BA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3BF14F-D0CF-A01F-90CC-596FDDAD9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92669-A02D-4A2F-9BB9-739984692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645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976AE0-8699-C82C-7637-E6BB4E95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42D1954-5D2C-0284-165F-D3DDD2E3E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27203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makaoui</dc:creator>
  <cp:lastModifiedBy>mohammed makaoui</cp:lastModifiedBy>
  <cp:revision>1</cp:revision>
  <dcterms:created xsi:type="dcterms:W3CDTF">2025-05-19T10:19:52Z</dcterms:created>
  <dcterms:modified xsi:type="dcterms:W3CDTF">2025-05-19T10:20:30Z</dcterms:modified>
</cp:coreProperties>
</file>